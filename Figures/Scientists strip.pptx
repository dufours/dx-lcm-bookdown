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7" autoAdjust="0"/>
    <p:restoredTop sz="94660"/>
  </p:normalViewPr>
  <p:slideViewPr>
    <p:cSldViewPr snapToGrid="0">
      <p:cViewPr varScale="1">
        <p:scale>
          <a:sx n="91" d="100"/>
          <a:sy n="91" d="100"/>
        </p:scale>
        <p:origin x="63" y="6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Dufour" userId="38428de1-9cbc-422b-8b16-f4b0dc7c0437" providerId="ADAL" clId="{3D1CFE8B-3E5B-471D-BA4F-B91A2780A4AF}"/>
    <pc:docChg chg="modSld">
      <pc:chgData name="Simon Dufour" userId="38428de1-9cbc-422b-8b16-f4b0dc7c0437" providerId="ADAL" clId="{3D1CFE8B-3E5B-471D-BA4F-B91A2780A4AF}" dt="2024-10-25T19:25:31.220" v="2" actId="164"/>
      <pc:docMkLst>
        <pc:docMk/>
      </pc:docMkLst>
      <pc:sldChg chg="addSp modSp">
        <pc:chgData name="Simon Dufour" userId="38428de1-9cbc-422b-8b16-f4b0dc7c0437" providerId="ADAL" clId="{3D1CFE8B-3E5B-471D-BA4F-B91A2780A4AF}" dt="2024-10-25T19:25:31.220" v="2" actId="164"/>
        <pc:sldMkLst>
          <pc:docMk/>
          <pc:sldMk cId="582269373" sldId="256"/>
        </pc:sldMkLst>
        <pc:spChg chg="mod">
          <ac:chgData name="Simon Dufour" userId="38428de1-9cbc-422b-8b16-f4b0dc7c0437" providerId="ADAL" clId="{3D1CFE8B-3E5B-471D-BA4F-B91A2780A4AF}" dt="2024-10-25T19:25:31.220" v="2" actId="164"/>
          <ac:spMkLst>
            <pc:docMk/>
            <pc:sldMk cId="582269373" sldId="256"/>
            <ac:spMk id="6" creationId="{50885AF9-3ADD-4213-BE01-9DC5DC264E1A}"/>
          </ac:spMkLst>
        </pc:spChg>
        <pc:spChg chg="mod">
          <ac:chgData name="Simon Dufour" userId="38428de1-9cbc-422b-8b16-f4b0dc7c0437" providerId="ADAL" clId="{3D1CFE8B-3E5B-471D-BA4F-B91A2780A4AF}" dt="2024-10-25T19:25:31.220" v="2" actId="164"/>
          <ac:spMkLst>
            <pc:docMk/>
            <pc:sldMk cId="582269373" sldId="256"/>
            <ac:spMk id="7" creationId="{C5516353-F787-409D-A9EC-336DE5767A3E}"/>
          </ac:spMkLst>
        </pc:spChg>
        <pc:spChg chg="mod">
          <ac:chgData name="Simon Dufour" userId="38428de1-9cbc-422b-8b16-f4b0dc7c0437" providerId="ADAL" clId="{3D1CFE8B-3E5B-471D-BA4F-B91A2780A4AF}" dt="2024-10-25T19:25:31.220" v="2" actId="164"/>
          <ac:spMkLst>
            <pc:docMk/>
            <pc:sldMk cId="582269373" sldId="256"/>
            <ac:spMk id="8" creationId="{53C340D1-60EB-47BE-847C-7BE5ADD6D93F}"/>
          </ac:spMkLst>
        </pc:spChg>
        <pc:grpChg chg="add mod">
          <ac:chgData name="Simon Dufour" userId="38428de1-9cbc-422b-8b16-f4b0dc7c0437" providerId="ADAL" clId="{3D1CFE8B-3E5B-471D-BA4F-B91A2780A4AF}" dt="2024-10-25T19:25:31.220" v="2" actId="164"/>
          <ac:grpSpMkLst>
            <pc:docMk/>
            <pc:sldMk cId="582269373" sldId="256"/>
            <ac:grpSpMk id="9" creationId="{2143FB28-3DAC-4D5A-B6BC-3E9B70CF52EB}"/>
          </ac:grpSpMkLst>
        </pc:grpChg>
        <pc:picChg chg="mod">
          <ac:chgData name="Simon Dufour" userId="38428de1-9cbc-422b-8b16-f4b0dc7c0437" providerId="ADAL" clId="{3D1CFE8B-3E5B-471D-BA4F-B91A2780A4AF}" dt="2024-10-25T19:25:31.220" v="2" actId="164"/>
          <ac:picMkLst>
            <pc:docMk/>
            <pc:sldMk cId="582269373" sldId="256"/>
            <ac:picMk id="5" creationId="{D147620B-24F1-4AB7-BC74-18EBF64ACF1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EF8E08-9110-4D07-8031-695E181AC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07BE0CE-F143-42F6-BCD6-D49DB3C3A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2CAB9F-167D-43E6-8D2E-6822A9260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DAA2-D04A-4BC0-AFAD-4F2111734EA1}" type="datetimeFigureOut">
              <a:rPr lang="fr-CA" smtClean="0"/>
              <a:t>2024-10-25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D1C7FE-E4B2-44D3-949D-8E2183946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DBEBF6-9093-4CCB-B44A-C1E278C8B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5EB08-788C-4BED-8334-5FF7315712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0181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601762-F4A8-4BB8-9075-E78E70F70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3974A6-9D6E-4345-ADFD-1D8E1D7F6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BFDF5A-FAE6-4D3A-885B-23FA223A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DAA2-D04A-4BC0-AFAD-4F2111734EA1}" type="datetimeFigureOut">
              <a:rPr lang="fr-CA" smtClean="0"/>
              <a:t>2024-10-25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B6B383-2B58-4739-AE42-FA131216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4F57C6-C2D6-4274-8900-622FD40E9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5EB08-788C-4BED-8334-5FF7315712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15232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FB1BA5-FE95-4C38-AAA2-551689CB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334940-2895-4B0B-82F7-3126383C4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C0FC50-EA05-4A81-8666-C94EC0F2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DAA2-D04A-4BC0-AFAD-4F2111734EA1}" type="datetimeFigureOut">
              <a:rPr lang="fr-CA" smtClean="0"/>
              <a:t>2024-10-25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5981E1-7758-4BC4-B9F9-90D56A89E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FA5849-EE23-4355-8146-A587D6742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5EB08-788C-4BED-8334-5FF7315712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53753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71CBD4-9885-4361-8708-66BDD8F21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F380F1-2063-47B4-A1DF-D854B933F5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DF1428-C2ED-4D87-BAD9-56D1BB60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9401BED-9156-442C-9BE0-044027E30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DAA2-D04A-4BC0-AFAD-4F2111734EA1}" type="datetimeFigureOut">
              <a:rPr lang="fr-CA" smtClean="0"/>
              <a:t>2024-10-25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9848090-17B8-46F6-810A-38929AECF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8D47EC-8130-4125-B586-7E347B1FB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5EB08-788C-4BED-8334-5FF7315712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90522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DCA112-1155-4343-9537-60DE8F645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4B8E48B-09B7-4253-B701-B5E0F7149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12F861B-6AB0-427A-BEBB-0EB4685EC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6813226-C492-49FB-BEFE-3B87A9A0A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BDA133F-455B-4859-90B0-E3FD1E8314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034C522-EE4A-40A2-A3A8-863D30D6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DAA2-D04A-4BC0-AFAD-4F2111734EA1}" type="datetimeFigureOut">
              <a:rPr lang="fr-CA" smtClean="0"/>
              <a:t>2024-10-25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43B8B4C-DFD3-45DD-BC63-FF5F9D5A3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3FCA5A2-2E88-438B-9E92-D6596614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5EB08-788C-4BED-8334-5FF7315712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55040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2729EB-6171-42CC-AA47-A908A6AAD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10DF1C4-F23B-4056-9653-DB3B37986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DAA2-D04A-4BC0-AFAD-4F2111734EA1}" type="datetimeFigureOut">
              <a:rPr lang="fr-CA" smtClean="0"/>
              <a:t>2024-10-25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216EC1-CF66-4AB7-BE84-608B941F0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EF3C6FC-374F-4AE4-966A-DE165D35A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5EB08-788C-4BED-8334-5FF7315712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4071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D1688D0-44D7-460B-91D3-998E227F7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DAA2-D04A-4BC0-AFAD-4F2111734EA1}" type="datetimeFigureOut">
              <a:rPr lang="fr-CA" smtClean="0"/>
              <a:t>2024-10-25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E8FB6DA-A2FE-4442-8630-3568BE7DC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F1C70C-65C4-4106-86C8-D52A18CF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5EB08-788C-4BED-8334-5FF7315712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84215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41DB86-6B85-439F-AA56-80FA7656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4FE579-5F35-4508-96D5-115D139B5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4335D96-DE94-4B67-920C-8A42B08FE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7F22CC9-795C-4BAC-82F0-3DBE347BE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DAA2-D04A-4BC0-AFAD-4F2111734EA1}" type="datetimeFigureOut">
              <a:rPr lang="fr-CA" smtClean="0"/>
              <a:t>2024-10-25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17385C6-2009-4BEA-A1DF-41D4626F4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A9E3A1-7393-4CBB-9FA7-32B7B97AF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5EB08-788C-4BED-8334-5FF7315712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47637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C470B8-9747-4F2D-B816-7116FD1A7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1481C0A-7F6B-4A18-8E33-8335CA9FCA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88142E9-AA69-42DE-93DA-0BF5ABD18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60F7ACC-D2F3-4C38-BBA7-8D0FEEF90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DAA2-D04A-4BC0-AFAD-4F2111734EA1}" type="datetimeFigureOut">
              <a:rPr lang="fr-CA" smtClean="0"/>
              <a:t>2024-10-25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7543CD-3797-4ED6-9FA8-76528139D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00512FC-3C53-4C32-BD09-779BEAA5F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5EB08-788C-4BED-8334-5FF7315712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16910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AC03E9-4BF3-4BCD-AD82-ECBFF8BE3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E5E8634-6FDD-4830-B7BB-E5C4AD9C0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8E756F-4E2A-4CB5-B90E-BA71E8612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DAA2-D04A-4BC0-AFAD-4F2111734EA1}" type="datetimeFigureOut">
              <a:rPr lang="fr-CA" smtClean="0"/>
              <a:t>2024-10-25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9CFDF1-B2D9-46C0-BDD8-E72228314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151D18-D74F-4BCD-8046-11FAD67F9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5EB08-788C-4BED-8334-5FF7315712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38795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E6284F9-8EE0-4971-B523-8055401D9E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2BD392D-95CA-495D-BE6F-E25E24E08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35B53E-47B3-4961-A412-6FF03D3DD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DAA2-D04A-4BC0-AFAD-4F2111734EA1}" type="datetimeFigureOut">
              <a:rPr lang="fr-CA" smtClean="0"/>
              <a:t>2024-10-25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3C6E46-7DA2-4A71-94D7-1777AFB20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CD4256-D4A3-4FA9-B96E-FC2629611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5EB08-788C-4BED-8334-5FF7315712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4601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4F2B31A-BCE5-45D4-AB9E-5404F9D6E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1261061-1709-4C40-B119-857C8F558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D17343-6CEC-46D0-A118-6480E2909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C5DAA2-D04A-4BC0-AFAD-4F2111734EA1}" type="datetimeFigureOut">
              <a:rPr lang="fr-CA" smtClean="0"/>
              <a:t>2024-10-25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89F352-CDE1-4633-8DA8-0942EE774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51B000-C314-43CD-8893-67DC4DD70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5EB08-788C-4BED-8334-5FF7315712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49813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2143FB28-3DAC-4D5A-B6BC-3E9B70CF52EB}"/>
              </a:ext>
            </a:extLst>
          </p:cNvPr>
          <p:cNvGrpSpPr/>
          <p:nvPr/>
        </p:nvGrpSpPr>
        <p:grpSpPr>
          <a:xfrm>
            <a:off x="2611820" y="0"/>
            <a:ext cx="9277219" cy="6858000"/>
            <a:chOff x="2611820" y="0"/>
            <a:chExt cx="9277219" cy="6858000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D147620B-24F1-4AB7-BC74-18EBF64AC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2391" y="0"/>
              <a:ext cx="5467217" cy="6858000"/>
            </a:xfrm>
            <a:prstGeom prst="rect">
              <a:avLst/>
            </a:prstGeom>
          </p:spPr>
        </p:pic>
        <p:sp>
          <p:nvSpPr>
            <p:cNvPr id="6" name="Bulle narrative : rectangle à coins arrondis 5">
              <a:extLst>
                <a:ext uri="{FF2B5EF4-FFF2-40B4-BE49-F238E27FC236}">
                  <a16:creationId xmlns:a16="http://schemas.microsoft.com/office/drawing/2014/main" id="{50885AF9-3ADD-4213-BE01-9DC5DC264E1A}"/>
                </a:ext>
              </a:extLst>
            </p:cNvPr>
            <p:cNvSpPr/>
            <p:nvPr/>
          </p:nvSpPr>
          <p:spPr>
            <a:xfrm>
              <a:off x="2611820" y="1828800"/>
              <a:ext cx="1807779" cy="877614"/>
            </a:xfrm>
            <a:prstGeom prst="wedgeRoundRectCallout">
              <a:avLst>
                <a:gd name="adj1" fmla="val 43121"/>
                <a:gd name="adj2" fmla="val 80464"/>
                <a:gd name="adj3" fmla="val 16667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I </a:t>
              </a:r>
              <a:r>
                <a:rPr lang="fr-CA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told</a:t>
              </a:r>
              <a:r>
                <a:rPr lang="fr-CA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  <a:r>
                <a:rPr lang="fr-CA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you</a:t>
              </a:r>
              <a:r>
                <a:rPr lang="fr-CA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  <a:r>
                <a:rPr lang="fr-CA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that</a:t>
              </a:r>
              <a:r>
                <a:rPr lang="fr-CA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400 </a:t>
              </a:r>
              <a:r>
                <a:rPr lang="fr-CA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cows</a:t>
              </a:r>
              <a:r>
                <a:rPr lang="fr-CA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  <a:r>
                <a:rPr lang="fr-CA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would</a:t>
              </a:r>
              <a:r>
                <a:rPr lang="fr-CA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  <a:r>
                <a:rPr lang="fr-CA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be</a:t>
              </a:r>
              <a:r>
                <a:rPr lang="fr-CA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OK!</a:t>
              </a:r>
            </a:p>
          </p:txBody>
        </p:sp>
        <p:sp>
          <p:nvSpPr>
            <p:cNvPr id="7" name="Bulle narrative : rectangle à coins arrondis 6">
              <a:extLst>
                <a:ext uri="{FF2B5EF4-FFF2-40B4-BE49-F238E27FC236}">
                  <a16:creationId xmlns:a16="http://schemas.microsoft.com/office/drawing/2014/main" id="{C5516353-F787-409D-A9EC-336DE5767A3E}"/>
                </a:ext>
              </a:extLst>
            </p:cNvPr>
            <p:cNvSpPr/>
            <p:nvPr/>
          </p:nvSpPr>
          <p:spPr>
            <a:xfrm>
              <a:off x="5796455" y="924910"/>
              <a:ext cx="3270555" cy="1487214"/>
            </a:xfrm>
            <a:prstGeom prst="wedgeRoundRectCallout">
              <a:avLst>
                <a:gd name="adj1" fmla="val -16085"/>
                <a:gd name="adj2" fmla="val 71924"/>
                <a:gd name="adj3" fmla="val 16667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These</a:t>
              </a:r>
              <a:r>
                <a:rPr lang="fr-CA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  <a:r>
                <a:rPr lang="fr-CA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epidemiologists</a:t>
              </a:r>
              <a:r>
                <a:rPr lang="fr-CA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, </a:t>
              </a:r>
              <a:r>
                <a:rPr lang="fr-CA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it</a:t>
              </a:r>
              <a:r>
                <a:rPr lang="fr-CA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  <a:r>
                <a:rPr lang="fr-CA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takes</a:t>
              </a:r>
              <a:r>
                <a:rPr lang="fr-CA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  <a:r>
                <a:rPr lang="fr-CA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them</a:t>
              </a:r>
              <a:r>
                <a:rPr lang="fr-CA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2h and a </a:t>
              </a:r>
              <a:r>
                <a:rPr lang="fr-CA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fancy</a:t>
              </a:r>
              <a:r>
                <a:rPr lang="fr-CA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computer to tell </a:t>
              </a:r>
              <a:r>
                <a:rPr lang="fr-CA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you</a:t>
              </a:r>
              <a:r>
                <a:rPr lang="fr-CA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  <a:r>
                <a:rPr lang="fr-CA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what</a:t>
              </a:r>
              <a:r>
                <a:rPr lang="fr-CA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  <a:r>
                <a:rPr lang="fr-CA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you</a:t>
              </a:r>
              <a:r>
                <a:rPr lang="fr-CA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  <a:r>
                <a:rPr lang="fr-CA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already</a:t>
              </a:r>
              <a:r>
                <a:rPr lang="fr-CA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know</a:t>
              </a:r>
            </a:p>
          </p:txBody>
        </p:sp>
        <p:sp>
          <p:nvSpPr>
            <p:cNvPr id="8" name="Bulle narrative : rectangle à coins arrondis 7">
              <a:extLst>
                <a:ext uri="{FF2B5EF4-FFF2-40B4-BE49-F238E27FC236}">
                  <a16:creationId xmlns:a16="http://schemas.microsoft.com/office/drawing/2014/main" id="{53C340D1-60EB-47BE-847C-7BE5ADD6D93F}"/>
                </a:ext>
              </a:extLst>
            </p:cNvPr>
            <p:cNvSpPr/>
            <p:nvPr/>
          </p:nvSpPr>
          <p:spPr>
            <a:xfrm>
              <a:off x="8618484" y="2548759"/>
              <a:ext cx="3270555" cy="1487214"/>
            </a:xfrm>
            <a:prstGeom prst="wedgeRoundRectCallout">
              <a:avLst>
                <a:gd name="adj1" fmla="val -65575"/>
                <a:gd name="adj2" fmla="val -5461"/>
                <a:gd name="adj3" fmla="val 16667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Yeah, </a:t>
              </a:r>
              <a:r>
                <a:rPr lang="fr-CA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epidemiology</a:t>
              </a:r>
              <a:r>
                <a:rPr lang="fr-CA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</a:t>
              </a:r>
              <a:r>
                <a:rPr lang="fr-CA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is</a:t>
              </a:r>
              <a:r>
                <a:rPr lang="fr-CA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the science of </a:t>
              </a:r>
              <a:r>
                <a:rPr lang="fr-CA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making</a:t>
              </a:r>
              <a:r>
                <a:rPr lang="fr-CA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the </a:t>
              </a:r>
              <a:r>
                <a:rPr lang="fr-CA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obvious</a:t>
              </a:r>
              <a:r>
                <a:rPr lang="fr-CA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 obscure!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22693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F699CB5BA7194988BE0057FBE4EB93" ma:contentTypeVersion="18" ma:contentTypeDescription="Crée un document." ma:contentTypeScope="" ma:versionID="319bc6c6376fbeea72604d22b9f9f694">
  <xsd:schema xmlns:xsd="http://www.w3.org/2001/XMLSchema" xmlns:xs="http://www.w3.org/2001/XMLSchema" xmlns:p="http://schemas.microsoft.com/office/2006/metadata/properties" xmlns:ns3="52e651b7-b90a-4e20-8373-f1ed72147340" xmlns:ns4="0521128b-fa6f-4216-a311-c6ddee8c8316" targetNamespace="http://schemas.microsoft.com/office/2006/metadata/properties" ma:root="true" ma:fieldsID="47b08265756467fa5408d52f54b31bbf" ns3:_="" ns4:_="">
    <xsd:import namespace="52e651b7-b90a-4e20-8373-f1ed72147340"/>
    <xsd:import namespace="0521128b-fa6f-4216-a311-c6ddee8c831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4:MediaServiceMetadata" minOccurs="0"/>
                <xsd:element ref="ns4:MediaServiceFastMetadata" minOccurs="0"/>
                <xsd:element ref="ns3:SharedWithDetails" minOccurs="0"/>
                <xsd:element ref="ns3:SharingHintHash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Locatio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e651b7-b90a-4e20-8373-f1ed7214734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Partage du hachage d’indicateur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21128b-fa6f-4216-a311-c6ddee8c83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521128b-fa6f-4216-a311-c6ddee8c8316" xsi:nil="true"/>
  </documentManagement>
</p:properties>
</file>

<file path=customXml/itemProps1.xml><?xml version="1.0" encoding="utf-8"?>
<ds:datastoreItem xmlns:ds="http://schemas.openxmlformats.org/officeDocument/2006/customXml" ds:itemID="{D4FBE6FA-E287-44E9-99FD-DF5A45C2E0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e651b7-b90a-4e20-8373-f1ed72147340"/>
    <ds:schemaRef ds:uri="0521128b-fa6f-4216-a311-c6ddee8c83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E97F3C0-166D-4C37-AD20-F0A260DF7A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FAEA27-6731-49D7-B69E-B39ADE1C21F0}">
  <ds:schemaRefs>
    <ds:schemaRef ds:uri="http://schemas.microsoft.com/office/2006/metadata/properties"/>
    <ds:schemaRef ds:uri="http://purl.org/dc/terms/"/>
    <ds:schemaRef ds:uri="0521128b-fa6f-4216-a311-c6ddee8c8316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52e651b7-b90a-4e20-8373-f1ed72147340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</Words>
  <Application>Microsoft Office PowerPoint</Application>
  <PresentationFormat>Grand écran</PresentationFormat>
  <Paragraphs>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Comic Sans MS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Simon Dufour</dc:creator>
  <cp:lastModifiedBy>Simon Dufour</cp:lastModifiedBy>
  <cp:revision>1</cp:revision>
  <dcterms:created xsi:type="dcterms:W3CDTF">2024-10-25T19:24:07Z</dcterms:created>
  <dcterms:modified xsi:type="dcterms:W3CDTF">2024-10-25T19:26:10Z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0x010100ACF699CB5BA7194988BE0057FBE4EB93</vt:lpwstr>
  </property>
</Properties>
</file>